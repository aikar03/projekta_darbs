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4660"/>
  </p:normalViewPr>
  <p:slideViewPr>
    <p:cSldViewPr snapToGrid="0">
      <p:cViewPr varScale="1">
        <p:scale>
          <a:sx n="96" d="100"/>
          <a:sy n="96" d="100"/>
        </p:scale>
        <p:origin x="9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 smtClean="0"/>
              <a:t>Skaņas intervāli</a:t>
            </a:r>
            <a:endParaRPr lang="lv-LV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lv-LV" dirty="0" smtClean="0"/>
              <a:t>Alise Anženko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55374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Projekta ideja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Projekta ideja radās, jo pašai ir problēmas atpazīt skaņas intervālus</a:t>
            </a:r>
          </a:p>
          <a:p>
            <a:r>
              <a:rPr lang="lv-LV" dirty="0" smtClean="0"/>
              <a:t>Lēmumu izvēlēties šo tēmu pieņēmu:</a:t>
            </a:r>
          </a:p>
          <a:p>
            <a:pPr lvl="1"/>
            <a:r>
              <a:rPr lang="lv-LV" dirty="0"/>
              <a:t>K</a:t>
            </a:r>
            <a:r>
              <a:rPr lang="lv-LV" dirty="0" smtClean="0"/>
              <a:t>ad kursabiedrene teica, ka labrāt izmantotu šādu programmu.</a:t>
            </a:r>
          </a:p>
          <a:p>
            <a:pPr lvl="1"/>
            <a:r>
              <a:rPr lang="lv-LV" dirty="0" smtClean="0"/>
              <a:t>Ar kursabiedriem kopā trenējoties intervālu atpazīšanu citās programmās un vietnēs mēs sastapāmies ar dažādām grūtībām.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371669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Mērķauditorija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Mūziķi</a:t>
            </a:r>
          </a:p>
          <a:p>
            <a:r>
              <a:rPr lang="lv-LV" dirty="0" smtClean="0"/>
              <a:t>Muzikanti</a:t>
            </a:r>
          </a:p>
          <a:p>
            <a:r>
              <a:rPr lang="lv-LV" dirty="0" smtClean="0"/>
              <a:t>Mūzikas skolas studenti</a:t>
            </a:r>
          </a:p>
          <a:p>
            <a:r>
              <a:rPr lang="lv-LV" dirty="0" smtClean="0"/>
              <a:t>u.t.t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054744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Projekta nepieciešamība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Citas līdzīgas programmas izmanto citu intervālu pierakstu sistēmu</a:t>
            </a:r>
          </a:p>
          <a:p>
            <a:r>
              <a:rPr lang="lv-LV" dirty="0" smtClean="0"/>
              <a:t>Skolēniem ir problēma atpazīt skaņas intervālus</a:t>
            </a:r>
          </a:p>
          <a:p>
            <a:r>
              <a:rPr lang="lv-LV" dirty="0" smtClean="0"/>
              <a:t>Pašai noderīga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558640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Izstrādes līdzekļi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GitHub lietotājs - </a:t>
            </a:r>
            <a:r>
              <a:rPr lang="lv-LV" dirty="0"/>
              <a:t>aniketroy03</a:t>
            </a:r>
            <a:endParaRPr lang="lv-LV" dirty="0" smtClean="0"/>
          </a:p>
          <a:p>
            <a:r>
              <a:rPr lang="lv-LV" dirty="0" smtClean="0"/>
              <a:t>GitHub lietotājs - daviddeborin</a:t>
            </a:r>
          </a:p>
          <a:p>
            <a:r>
              <a:rPr lang="lv-LV" dirty="0" smtClean="0"/>
              <a:t>Mācību materiālās</a:t>
            </a:r>
          </a:p>
          <a:p>
            <a:r>
              <a:rPr lang="lv-LV" dirty="0" smtClean="0"/>
              <a:t>Mācību materiālā izmantotie piemēri</a:t>
            </a:r>
          </a:p>
          <a:p>
            <a:r>
              <a:rPr lang="lv-LV" dirty="0"/>
              <a:t>Mākslīgais intelekts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240811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Izstrādei patērētais laiks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Dokumentācija – ap 8h</a:t>
            </a:r>
          </a:p>
          <a:p>
            <a:r>
              <a:rPr lang="lv-LV" dirty="0" smtClean="0"/>
              <a:t>Programmas izveide – ap 16h</a:t>
            </a:r>
            <a:endParaRPr lang="lv-LV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013" y="3090905"/>
            <a:ext cx="5687310" cy="33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25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Projekta izstrādes gaita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Idejas izdomāšana</a:t>
            </a:r>
          </a:p>
          <a:p>
            <a:r>
              <a:rPr lang="lv-LV" dirty="0" smtClean="0"/>
              <a:t>Problēmas izpēte un analīze, prasību specifikācija, izstrādes plāns </a:t>
            </a:r>
          </a:p>
          <a:p>
            <a:r>
              <a:rPr lang="lv-LV" dirty="0" smtClean="0"/>
              <a:t>Testpiemēru kopa, programatūras projektējums (struktūrskice)</a:t>
            </a:r>
          </a:p>
          <a:p>
            <a:r>
              <a:rPr lang="lv-LV" dirty="0" smtClean="0"/>
              <a:t>Sākuma skatas, virtuālā klaviatūra</a:t>
            </a:r>
          </a:p>
          <a:p>
            <a:r>
              <a:rPr lang="lv-LV" dirty="0" smtClean="0"/>
              <a:t>Uzstādījumu skats, Intervālu skats (pogu darbība)</a:t>
            </a:r>
          </a:p>
          <a:p>
            <a:r>
              <a:rPr lang="lv-LV" dirty="0" smtClean="0"/>
              <a:t>Beigu skats, kļūdu labošana</a:t>
            </a:r>
          </a:p>
          <a:p>
            <a:r>
              <a:rPr lang="lv-LV" dirty="0" smtClean="0"/>
              <a:t>Testēšana un atklāto kļūdu labošana</a:t>
            </a:r>
          </a:p>
          <a:p>
            <a:r>
              <a:rPr lang="lv-LV" dirty="0" smtClean="0"/>
              <a:t>Lietotāja ceļvedis, funkcionalitātes apraksts</a:t>
            </a:r>
          </a:p>
          <a:p>
            <a:r>
              <a:rPr lang="lv-LV" dirty="0" smtClean="0"/>
              <a:t>Prezentācijas izveide un prezentēšana</a:t>
            </a:r>
          </a:p>
          <a:p>
            <a:endParaRPr lang="lv-LV" dirty="0" smtClean="0"/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19083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Testēšana un problēmas projekta laikā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Audio failu ielāde</a:t>
            </a:r>
          </a:p>
          <a:p>
            <a:r>
              <a:rPr lang="lv-LV" dirty="0"/>
              <a:t>Intervāla skata </a:t>
            </a:r>
            <a:r>
              <a:rPr lang="lv-LV" dirty="0" smtClean="0"/>
              <a:t>poga</a:t>
            </a:r>
          </a:p>
          <a:p>
            <a:r>
              <a:rPr lang="lv-LV" dirty="0" smtClean="0"/>
              <a:t>Beigu skats</a:t>
            </a:r>
          </a:p>
          <a:p>
            <a:pPr lvl="1"/>
            <a:r>
              <a:rPr lang="lv-LV" dirty="0" smtClean="0"/>
              <a:t>Pēc </a:t>
            </a:r>
            <a:r>
              <a:rPr lang="lv-LV" dirty="0"/>
              <a:t>atgriešanās uzstādījumu skatā, poga atskaņo intervālu, kas to nevajag darīt</a:t>
            </a:r>
            <a:r>
              <a:rPr lang="lv-LV" dirty="0" smtClean="0"/>
              <a:t>.</a:t>
            </a:r>
            <a:endParaRPr lang="lv-LV" dirty="0"/>
          </a:p>
          <a:p>
            <a:pPr lvl="1"/>
            <a:r>
              <a:rPr lang="lv-LV" dirty="0" smtClean="0"/>
              <a:t>Problēmas ar uzstādījuma skatu un brīdinājumiem </a:t>
            </a:r>
          </a:p>
          <a:p>
            <a:r>
              <a:rPr lang="lv-LV" dirty="0" smtClean="0"/>
              <a:t>2 neuzmanības kļūdas</a:t>
            </a:r>
          </a:p>
          <a:p>
            <a:pPr lvl="1"/>
            <a:r>
              <a:rPr lang="lv-LV" dirty="0" smtClean="0"/>
              <a:t>Atslēga nodota nepareizi</a:t>
            </a:r>
          </a:p>
          <a:p>
            <a:pPr lvl="1"/>
            <a:r>
              <a:rPr lang="lv-LV" dirty="0" smtClean="0"/>
              <a:t>Pareizrakstības kļūda</a:t>
            </a:r>
          </a:p>
          <a:p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699272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Personīgie ieguvumi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Es jūtos pārliecinātāka mainot jau esošu kodu</a:t>
            </a:r>
          </a:p>
          <a:p>
            <a:r>
              <a:rPr lang="lv-LV" dirty="0" smtClean="0"/>
              <a:t>Izprotu, kas ir Tkinter grafiskā vide</a:t>
            </a:r>
          </a:p>
          <a:p>
            <a:r>
              <a:rPr lang="lv-LV" dirty="0" smtClean="0"/>
              <a:t>Zinu, kas ir GitHub</a:t>
            </a:r>
          </a:p>
          <a:p>
            <a:r>
              <a:rPr lang="lv-LV" dirty="0" smtClean="0"/>
              <a:t>Protu izmantot GitHub</a:t>
            </a:r>
          </a:p>
          <a:p>
            <a:r>
              <a:rPr lang="lv-LV" dirty="0" smtClean="0"/>
              <a:t>Nostiprināju jau esošas zināšanas programmēšanā</a:t>
            </a:r>
          </a:p>
          <a:p>
            <a:r>
              <a:rPr lang="lv-LV" dirty="0" smtClean="0"/>
              <a:t>Sapratu, ka programmēšana ir profesija, kur tu ņem pa gabaliņiem no citiem, lai uzbūvētu pats savu torni, jeb programmu.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73288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Kā papildināt projektu?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lv-LV" dirty="0" smtClean="0"/>
              <a:t>Var pievienot dažādus citus ar mūziku saistītus uzdevumu:</a:t>
            </a:r>
          </a:p>
          <a:p>
            <a:pPr lvl="1"/>
            <a:r>
              <a:rPr lang="lv-LV" dirty="0"/>
              <a:t>p</a:t>
            </a:r>
            <a:r>
              <a:rPr lang="lv-LV" dirty="0" smtClean="0"/>
              <a:t>l/pm intervāli atpazīšana</a:t>
            </a:r>
          </a:p>
          <a:p>
            <a:pPr lvl="1"/>
            <a:r>
              <a:rPr lang="lv-LV" dirty="0" smtClean="0"/>
              <a:t>Salikto intervālu atpazīšana</a:t>
            </a:r>
          </a:p>
          <a:p>
            <a:pPr lvl="1"/>
            <a:r>
              <a:rPr lang="lv-LV" dirty="0" smtClean="0"/>
              <a:t>Parasto akordu atpazīšana</a:t>
            </a:r>
          </a:p>
          <a:p>
            <a:pPr lvl="1"/>
            <a:r>
              <a:rPr lang="lv-LV" dirty="0" smtClean="0"/>
              <a:t>Septakordu atpazīšana</a:t>
            </a:r>
          </a:p>
          <a:p>
            <a:pPr lvl="1"/>
            <a:r>
              <a:rPr lang="lv-LV" dirty="0" smtClean="0"/>
              <a:t>Vienbalsīgi diktāti</a:t>
            </a:r>
          </a:p>
          <a:p>
            <a:pPr lvl="1"/>
            <a:r>
              <a:rPr lang="lv-LV" dirty="0" smtClean="0"/>
              <a:t>Divbalsīgi diktāti</a:t>
            </a:r>
          </a:p>
          <a:p>
            <a:pPr lvl="1"/>
            <a:r>
              <a:rPr lang="lv-LV" dirty="0"/>
              <a:t>u</a:t>
            </a:r>
            <a:r>
              <a:rPr lang="lv-LV" dirty="0" smtClean="0"/>
              <a:t>tt.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40387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lv-LV" dirty="0" smtClean="0"/>
              <a:t>Paldies par uzmanību!</a:t>
            </a:r>
            <a:endParaRPr lang="lv-LV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lv-LV" dirty="0" smtClean="0"/>
              <a:t>:)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9933790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289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Skaņas intervāli</vt:lpstr>
      <vt:lpstr>Projekta ideja</vt:lpstr>
      <vt:lpstr>Mērķauditorija</vt:lpstr>
      <vt:lpstr>Projekta nepieciešamība</vt:lpstr>
      <vt:lpstr>Izstrādes līdzekļi</vt:lpstr>
      <vt:lpstr>Izstrādei patērētais laiks</vt:lpstr>
      <vt:lpstr>Projekta izstrādes gaita</vt:lpstr>
      <vt:lpstr>Testēšana un problēmas projekta laikā</vt:lpstr>
      <vt:lpstr>Personīgie ieguvumi</vt:lpstr>
      <vt:lpstr>Kā papildināt projektu?</vt:lpstr>
      <vt:lpstr>Paldies par uzmanību!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Skaņas intervāli</dc:title>
  <dc:creator>Alise Anženko</dc:creator>
  <cp:lastModifiedBy>Alise Anženko</cp:lastModifiedBy>
  <cp:revision>6</cp:revision>
  <dcterms:created xsi:type="dcterms:W3CDTF">2026-05-14T17:29:40Z</dcterms:created>
  <dcterms:modified xsi:type="dcterms:W3CDTF">2026-05-14T18:18:56Z</dcterms:modified>
</cp:coreProperties>
</file>